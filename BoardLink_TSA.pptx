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BoardLink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visibility gap in your classroom.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2286000" cy="36576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 Software Development  |  2025-2026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0" y="3291840"/>
            <a:ext cx="3200400" cy="137160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35204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0" y="34290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for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Hearing Disabilities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CC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40480" cy="146304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344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E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7M+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students with visual impairments face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inadequate classroom accommodations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96012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1188720"/>
            <a:ext cx="54864" cy="96012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2618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see the 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15544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Projectors and whiteboards assume 20/20 vision. Students with low vision lose context.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2267712"/>
            <a:ext cx="3840480" cy="96012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2267712"/>
            <a:ext cx="54864" cy="96012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408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tools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26334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magnifiers are static. They can't track where the teacher is pointing or writing.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3346704"/>
            <a:ext cx="3840480" cy="96012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3346704"/>
            <a:ext cx="54864" cy="96012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34198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cost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371246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to move seats or for repeated explanations creates friction and isolation.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year's prompt: remove barriers and increase accessibility for people with vision or hearing disabilities.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BoardLink is a real-time screen-sharing app that gives low-vision students an enhanced, personalized view of the teacher's screen with AI-powered focus tracking, adaptive filters, and accessibility-first design.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749040" cy="141732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488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Focus Pane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cursor position, motion detection, and stroke density to auto-zoom on the most relevant area of the screen.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0" y="1965960"/>
            <a:ext cx="3749040" cy="141732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488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5780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Bold-Ink Filters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25780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dilation darkens thin strokes so text and diagrams pop for low-vision users. Three intensity levels.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566160"/>
            <a:ext cx="3749040" cy="141732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490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Color Modes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25880" y="4069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palettes including high-contrast, cataracts-optimized, and tritanopia support. Switchable in real time.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0" y="3566160"/>
            <a:ext cx="3749040" cy="141732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7490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5780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&amp; PiP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257800" y="4069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Spacebar captures the current frame for reference. Students study at their own pace without losing the live feed.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Process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572768" cy="329184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49808" y="192024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0120" y="2331720"/>
            <a:ext cx="932688" cy="27432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468880"/>
            <a:ext cx="1353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Interviewed students and teachers at our school about visibility barriers. Read NIH studies on classroom accommodations for low-vision students.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0" y="1188720"/>
            <a:ext cx="1572768" cy="329184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12801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395728" y="192024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606040" y="2331720"/>
            <a:ext cx="932688" cy="27432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12" name="Text 10"/>
          <p:cNvSpPr/>
          <p:nvPr/>
        </p:nvSpPr>
        <p:spPr>
          <a:xfrm>
            <a:off x="2395728" y="2468880"/>
            <a:ext cx="1353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user stories: teacher shares screen with one click, student joins via 4-character code, filters and focus tools work in real time.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31920" y="1188720"/>
            <a:ext cx="1572768" cy="329184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31920" y="12801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041648" y="192024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51960" y="2331720"/>
            <a:ext cx="932688" cy="27432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17" name="Text 15"/>
          <p:cNvSpPr/>
          <p:nvPr/>
        </p:nvSpPr>
        <p:spPr>
          <a:xfrm>
            <a:off x="4041648" y="2468880"/>
            <a:ext cx="1353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proof-of-concept with WebRTC screen capture and a basic canvas renderer. Tested with classmates to validate the core loop.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77840" y="1188720"/>
            <a:ext cx="1572768" cy="329184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77840" y="12801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687568" y="192024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897880" y="2331720"/>
            <a:ext cx="932688" cy="27432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22" name="Text 20"/>
          <p:cNvSpPr/>
          <p:nvPr/>
        </p:nvSpPr>
        <p:spPr>
          <a:xfrm>
            <a:off x="5687568" y="2468880"/>
            <a:ext cx="1353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AI focus tracking, Bold-Ink filters, and color palettes based on tester feedback. Rewrote the rendering pipeline with Web Workers.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23760" y="1188720"/>
            <a:ext cx="1572768" cy="329184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23760" y="12801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333488" y="192024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Refine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543800" y="2331720"/>
            <a:ext cx="932688" cy="27432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27" name="Text 25"/>
          <p:cNvSpPr/>
          <p:nvPr/>
        </p:nvSpPr>
        <p:spPr>
          <a:xfrm>
            <a:off x="7333488" y="2468880"/>
            <a:ext cx="1353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accessibility audits (WCAG 2.1 AA). Load-tested with 15 concurrent students. Fixed reconnection edge cases.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4206240" cy="347472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737360" y="1325880"/>
            <a:ext cx="2011680" cy="502920"/>
          </a:xfrm>
          <a:prstGeom prst="rect">
            <a:avLst/>
          </a:prstGeom>
          <a:solidFill>
            <a:srgbClr val="FFCC0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737360" y="1325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Screen Capture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874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CC00"/>
                </a:solidFill>
              </a:rPr>
              <a:t>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463040" y="2194560"/>
            <a:ext cx="2560320" cy="502920"/>
          </a:xfrm>
          <a:prstGeom prst="rect">
            <a:avLst/>
          </a:prstGeom>
          <a:solidFill>
            <a:srgbClr val="1C3A5E"/>
          </a:solidFill>
          <a:ln w="12700">
            <a:solidFill>
              <a:srgbClr val="00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6304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Signaling Server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2743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E0FF"/>
                </a:solidFill>
              </a:rPr>
              <a:t>▼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88720" y="3063240"/>
            <a:ext cx="3108960" cy="502920"/>
          </a:xfrm>
          <a:prstGeom prst="rect">
            <a:avLst/>
          </a:prstGeom>
          <a:solidFill>
            <a:srgbClr val="1A2E1A"/>
          </a:solidFill>
          <a:ln w="12700">
            <a:solidFill>
              <a:srgbClr val="73D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88720" y="3063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WebRTC Stream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3DACA"/>
                </a:solidFill>
              </a:rPr>
              <a:t>▼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3886200"/>
            <a:ext cx="3657600" cy="502920"/>
          </a:xfrm>
          <a:prstGeom prst="rect">
            <a:avLst/>
          </a:prstGeom>
          <a:solidFill>
            <a:srgbClr val="2E1A2E"/>
          </a:solidFill>
          <a:ln w="12700">
            <a:solidFill>
              <a:srgbClr val="F776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886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Canvas + Workers + AI Focus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1097280"/>
            <a:ext cx="3566160" cy="347472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4924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349240" y="1737360"/>
            <a:ext cx="54864" cy="301752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173736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37960" y="173736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(ES Modules), Vite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49240" y="2084832"/>
            <a:ext cx="54864" cy="301752"/>
          </a:xfrm>
          <a:prstGeom prst="rect">
            <a:avLst/>
          </a:prstGeom>
          <a:solidFill>
            <a:srgbClr val="00E0FF"/>
          </a:solidFill>
          <a:ln/>
        </p:spPr>
      </p:sp>
      <p:sp>
        <p:nvSpPr>
          <p:cNvPr id="21" name="Text 19"/>
          <p:cNvSpPr/>
          <p:nvPr/>
        </p:nvSpPr>
        <p:spPr>
          <a:xfrm>
            <a:off x="5532120" y="208483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37960" y="208483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+ RTCDataChannel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49240" y="2432304"/>
            <a:ext cx="54864" cy="301752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24" name="Text 22"/>
          <p:cNvSpPr/>
          <p:nvPr/>
        </p:nvSpPr>
        <p:spPr>
          <a:xfrm>
            <a:off x="5532120" y="243230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37960" y="243230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WebSocket (ws)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49240" y="2779776"/>
            <a:ext cx="54864" cy="301752"/>
          </a:xfrm>
          <a:prstGeom prst="rect">
            <a:avLst/>
          </a:prstGeom>
          <a:solidFill>
            <a:srgbClr val="E0AF68"/>
          </a:solidFill>
          <a:ln/>
        </p:spPr>
      </p:sp>
      <p:sp>
        <p:nvSpPr>
          <p:cNvPr id="27" name="Text 25"/>
          <p:cNvSpPr/>
          <p:nvPr/>
        </p:nvSpPr>
        <p:spPr>
          <a:xfrm>
            <a:off x="5532120" y="2779776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A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37960" y="277977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schemas, IP rate limiting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49240" y="3127248"/>
            <a:ext cx="54864" cy="301752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30" name="Text 28"/>
          <p:cNvSpPr/>
          <p:nvPr/>
        </p:nvSpPr>
        <p:spPr>
          <a:xfrm>
            <a:off x="5532120" y="312724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37960" y="312724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Workers, OffscreenCanvas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49240" y="3474720"/>
            <a:ext cx="54864" cy="301752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33" name="Text 31"/>
          <p:cNvSpPr/>
          <p:nvPr/>
        </p:nvSpPr>
        <p:spPr>
          <a:xfrm>
            <a:off x="5532120" y="347472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37960" y="34747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+ motion + stroke density fusion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49240" y="3822192"/>
            <a:ext cx="54864" cy="301752"/>
          </a:xfrm>
          <a:prstGeom prst="rect">
            <a:avLst/>
          </a:prstGeom>
          <a:solidFill>
            <a:srgbClr val="00E0FF"/>
          </a:solidFill>
          <a:ln/>
        </p:spPr>
      </p:sp>
      <p:sp>
        <p:nvSpPr>
          <p:cNvPr id="36" name="Text 34"/>
          <p:cNvSpPr/>
          <p:nvPr/>
        </p:nvSpPr>
        <p:spPr>
          <a:xfrm>
            <a:off x="5532120" y="382219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537960" y="382219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nanoid (4-char room codes)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49240" y="4169664"/>
            <a:ext cx="54864" cy="301752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39" name="Text 37"/>
          <p:cNvSpPr/>
          <p:nvPr/>
        </p:nvSpPr>
        <p:spPr>
          <a:xfrm>
            <a:off x="5532120" y="416966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37960" y="416966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AA, ARIA, 6 palettes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371600" y="1737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creates a room. Students join. Filters and focus in action.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463040" cy="146304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clicks "Share"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code appears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40280" y="2468880"/>
            <a:ext cx="1463040" cy="146304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4028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331720" y="30632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enters code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 begins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0" y="2468880"/>
            <a:ext cx="1463040" cy="146304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931920" y="30632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Bold-Ink filter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sharpens instantly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40680" y="2468880"/>
            <a:ext cx="1463040" cy="146304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4068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32120" y="30632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Focus Pane tracks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and motion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40880" y="2468880"/>
            <a:ext cx="1463040" cy="146304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132320" y="30632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frame with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spacebar for reference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 the Hood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4864" cy="502920"/>
          </a:xfrm>
          <a:prstGeom prst="rect">
            <a:avLst/>
          </a:prstGeom>
          <a:solidFill>
            <a:srgbClr val="00E0F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087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WebRTC mesh - teacher streams to each student via individual peer connections, not broadcast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4864" cy="502920"/>
          </a:xfrm>
          <a:prstGeom prst="rect">
            <a:avLst/>
          </a:prstGeom>
          <a:solidFill>
            <a:srgbClr val="00E0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031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attention fusion - three weighted signals (cursor 45%, motion 35%, stroke density 20%) fed through spring physics for smooth tracking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54864" cy="502920"/>
          </a:xfrm>
          <a:prstGeom prst="rect">
            <a:avLst/>
          </a:prstGeom>
          <a:solidFill>
            <a:srgbClr val="00E0F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974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Workers handle all image processing off the main thread - zero jank on the student's canvas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54864" cy="502920"/>
          </a:xfrm>
          <a:prstGeom prst="rect">
            <a:avLst/>
          </a:prstGeom>
          <a:solidFill>
            <a:srgbClr val="00E0F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918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OffscreenCanvas + ImageBitmap transferables for zero-copy frame handoff between threads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4864" cy="502920"/>
          </a:xfrm>
          <a:prstGeom prst="rect">
            <a:avLst/>
          </a:prstGeom>
          <a:solidFill>
            <a:srgbClr val="00E0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8862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Reconnection with 30-second grace window and session ID persistence - transparent to the user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46320" y="1508760"/>
            <a:ext cx="54864" cy="502920"/>
          </a:xfrm>
          <a:prstGeom prst="rect">
            <a:avLst/>
          </a:prstGeom>
          <a:solidFill>
            <a:srgbClr val="E0AF68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15087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runtime validation on every incoming WebSocket message - malformed payloads are dropped before processing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2103120"/>
            <a:ext cx="54864" cy="502920"/>
          </a:xfrm>
          <a:prstGeom prst="rect">
            <a:avLst/>
          </a:prstGeom>
          <a:solidFill>
            <a:srgbClr val="E0AF68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21031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IP-based rate limiting: 5 failed join attempts per 15 minutes blocks brute-force room code guessing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2697480"/>
            <a:ext cx="54864" cy="502920"/>
          </a:xfrm>
          <a:prstGeom prst="rect">
            <a:avLst/>
          </a:prstGeom>
          <a:solidFill>
            <a:srgbClr val="E0AF68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26974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4KB message size cap on DataChannel to prevent payload flooding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3291840"/>
            <a:ext cx="54864" cy="502920"/>
          </a:xfrm>
          <a:prstGeom prst="rect">
            <a:avLst/>
          </a:prstGeom>
          <a:solidFill>
            <a:srgbClr val="E0AF68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32918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garbage collection sweeps every 60 seconds, evicting stale sessions automatically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3886200"/>
            <a:ext cx="54864" cy="502920"/>
          </a:xfrm>
          <a:prstGeom prst="rect">
            <a:avLst/>
          </a:prstGeom>
          <a:solidFill>
            <a:srgbClr val="E0AF68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38862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versioning rejects outdated clients to prevent state mismatches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Accessibility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560320" cy="356616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2560320" cy="457200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1737360"/>
            <a:ext cx="73152" cy="73152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color palettes: default, high-contrast dark, high-contrast warm, cataracts-optimized, tritanopia, inverted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2395728"/>
            <a:ext cx="73152" cy="73152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3042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Bold-Ink filter at 3 levels for text legibility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3054096"/>
            <a:ext cx="73152" cy="73152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6265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ring contrast ratio &gt; 7:1 (WCAG AAA)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3712464"/>
            <a:ext cx="73152" cy="73152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62102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48px touch targets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1097280"/>
            <a:ext cx="2560320" cy="356616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097280"/>
            <a:ext cx="2560320" cy="457200"/>
          </a:xfrm>
          <a:prstGeom prst="rect">
            <a:avLst/>
          </a:prstGeom>
          <a:solidFill>
            <a:srgbClr val="00E0FF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74720" y="1737360"/>
            <a:ext cx="73152" cy="73152"/>
          </a:xfrm>
          <a:prstGeom prst="rect">
            <a:avLst/>
          </a:prstGeom>
          <a:solidFill>
            <a:srgbClr val="00E0FF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keyboard navigation: Space to freeze, Shift+F to cycle filters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0" y="2395728"/>
            <a:ext cx="73152" cy="73152"/>
          </a:xfrm>
          <a:prstGeom prst="rect">
            <a:avLst/>
          </a:prstGeom>
          <a:solidFill>
            <a:srgbClr val="00E0FF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23042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live regions announce state changes to screen readers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0" y="3054096"/>
            <a:ext cx="73152" cy="73152"/>
          </a:xfrm>
          <a:prstGeom prst="rect">
            <a:avLst/>
          </a:prstGeom>
          <a:solidFill>
            <a:srgbClr val="00E0FF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296265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Pane can be manually overridden by clicking the thumbnail map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1097280"/>
            <a:ext cx="2560320" cy="356616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097280"/>
            <a:ext cx="2560320" cy="457200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2200" y="1737360"/>
            <a:ext cx="73152" cy="73152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teacher setup, 4-character room codes for joining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2395728"/>
            <a:ext cx="73152" cy="73152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23042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dark interface reduces visual clutter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72200" y="3054096"/>
            <a:ext cx="73152" cy="73152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296265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settings per session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72200" y="3712464"/>
            <a:ext cx="73152" cy="73152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362102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reconnection on network hiccup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 Practices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931920" cy="347472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Tested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(Jest)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 validation, room lifecycle, rate limiting logic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 testing: 1 teacher + multiple students simultaneously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825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audit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081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compliance check across all color palettes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6484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concurrent student connections - measured frame rate and reconnection stability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9593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215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drops, rapid reconnection, invalid room codes, oversized payloads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Practices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1947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concern is its own ES module: signaling, WebRTC, UI components, workers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0" y="2258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schemas enforce type safety on every message before it touches business logic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0" y="2825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081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processing stays in workers. UI stays on the main thread. No mixing.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0" y="33924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3648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AI focus fails, students still see the full stream. Features are additive, not blocking.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0" y="3959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state management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42153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state transitions for room lifecycle, connection status, and UI modes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BoardLink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deserves to see what's being taught.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920240" cy="164592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606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palettes for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vision needs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79192" y="2468880"/>
            <a:ext cx="1920240" cy="164592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79192" y="2606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816352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Bold-Ink levels for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legibility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18304" y="2468880"/>
            <a:ext cx="1920240" cy="164592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18304" y="2606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&lt;1s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855464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time with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4-char room codes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57416" y="2468880"/>
            <a:ext cx="1920240" cy="164592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57416" y="2606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894576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required.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only.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Questions?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CC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BoardLink - TSA Software Development</dc:title>
  <dc:subject>PptxGenJS Presentation</dc:subject>
  <dc:creator>BoardLink Team</dc:creator>
  <cp:lastModifiedBy>BoardLink Team</cp:lastModifiedBy>
  <cp:revision>1</cp:revision>
  <dcterms:created xsi:type="dcterms:W3CDTF">2026-04-05T20:29:19Z</dcterms:created>
  <dcterms:modified xsi:type="dcterms:W3CDTF">2026-04-05T20:29:19Z</dcterms:modified>
</cp:coreProperties>
</file>